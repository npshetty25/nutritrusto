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Validated Problem to Actionable Solution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1965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Validated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find ingredient labels confusing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have no structured pantry tracking system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waste food at least sometimes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expressed high intent to use NutriTrust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69080" cy="1965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5727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is complexity, not awareness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confusion and food waste are linked behaviors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system can solve both purchase and pantry gaps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83210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38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 bridges this gap through real-time barcode intelligence, smart pantry tracking, AI recipe guidance, and timely alerts, enabling urban consumers to make informed food choices and reduce avoidable waste.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48056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complete: Empathize and Define validated. Next step: Build, test, and measure real-world impact.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</Slides>
	<Notes>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</vt:i4></vt:variant>
		</vt:vector>
	</HeadingPairs>
	<TitlesOfParts>
		<vt:vector size="4" baseType="lpstr">
			<vt:lpstr>Arial</vt:lpstr>
			<vt:lpstr>Calibri</vt:lpstr>
			<vt:lpstr>Office Theme</vt:lpstr>
			<vt:lpstr>Slide 1</vt:lpstr>
		</vt:vector>
	</TitlesOfParts>
	<Company>H&M 2026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NutriTrust - Conclusion</dc:title>
  <dc:subject>Conclusion Slide</dc:subject>
  <dc:creator>NutriTrust Team</dc:creator>
  <cp:lastModifiedBy>NutriTrust Team</cp:lastModifiedBy>
  <cp:revision>1</cp:revision>
  <dcterms:created xsi:type="dcterms:W3CDTF">2026-04-09T05:21:44Z</dcterms:created>
  <dcterms:modified xsi:type="dcterms:W3CDTF">2026-04-09T05:21:44Z</dcterms:modified>
</cp:coreProperties>
</file>