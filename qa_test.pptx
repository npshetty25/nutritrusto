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B91A-7E0E-092F-1F99-10CF7B27D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79F6B-0EF8-2D6B-532F-4C914266C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C5D5F-F0BF-7451-A515-C3F8761A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1DA0B-6A9E-E616-40A9-BF0F83C1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3E543-0326-F1B4-8B9E-4E4C2A54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24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6C35-C20B-75EE-BDF6-41E2D634B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6CFD-8BE8-C9F8-28FE-0A3D8389A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3FBDA-0878-0782-BC71-94ECCEEF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71D25-D2F0-E736-6B1A-784D76EE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A360E-F96C-8DF3-461A-75D47F2D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4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DE11-3494-C170-E779-212AD4EC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79E5B-6D89-BA28-9E17-92803E457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6E6F4-39EB-6EDD-61C1-37A22798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E3ACE-4B64-09ED-3666-F5735A2C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683C-B1F4-5BD4-87C8-95288A71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91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01BB-3833-69A8-6DAE-94AF0BE3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A65A5-1023-BA99-A4E0-B743626D2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90B18-E41B-C0D3-3C3F-71252A88D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16FA0-54DC-A8AD-7C4A-D1565EF2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13BD9-AC7C-B5F6-4C0B-AE16683F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A035A-94D0-B4FC-331D-984A6C02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1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CC17-C73E-10C5-B4DB-35BFD8E4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483FC-C2FF-7067-B363-9DB2FF042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ACAB5-A908-79A4-71E8-EB8CCDAF8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B6AE5-C24D-F7FD-90C4-8E159ACE7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B51F34-A7E8-8FCC-A040-E5668FC5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ADB5B-52A7-937C-491D-47AA805E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904C5-C2A7-5EAC-5BB1-8C2826D2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EFE9D-A0A4-83C6-A4C7-02C04AD1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437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8307-192A-0769-D7CC-25BC9892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046C8-635E-801B-EC88-4FCC29A7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E81FE-AB27-CA60-80A9-461CB55C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653DD-3E4C-2A12-3477-C3F6F210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4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8AC0A-DD4A-EF53-F388-3B873C82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68B61-40EE-2520-1C45-05CE48C7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C7B53-5D53-35E5-A1DC-C39C16AF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78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1B05-2984-1866-1FED-57EBB57E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5D8B2-37AF-8AA8-D184-97E83EC7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0C4D7-F3D4-8FEB-677E-6DD84DE29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F6CFE-96F8-D4E3-99D5-E57A6F05C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74EC2-FB55-5660-811D-DE0D4C5F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F538-304F-4E79-EA4C-F3F6BCDF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34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2F96-EFA3-24EE-0186-53758D50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82958F-7CB9-18C4-46BC-5EE72BB6C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15BA8-3A72-5095-CCE5-78E796F25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2EF9D-2C9F-4B97-9B21-A9D5B355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748D2-0A0C-271D-1DA6-B0C8A93C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01381-F3F8-1AA3-C6DE-5D510C04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91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BD8A-C15E-23C8-44C0-F73CA16D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C4C21-C4EF-5C0F-6D76-A36B97D98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BF6F-A6B9-090E-4335-24C11582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2D6C3-056E-9199-7A84-33667AC5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D10F2-6FE1-D866-AB74-2AA331AE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017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25B4F-76FB-48F7-25FD-C91F79D0E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DFDA5-E57E-5C83-9C43-640DF1E51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41837-995F-9A3B-CC1B-22D1230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92784-4CD0-1D01-95D2-364EA40C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A72D6-33DA-A0B6-8A81-C653226F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461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7B7F8-C02C-E497-F02A-66DF4B78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D0852-2D45-4719-F496-02A021113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C8601-890C-F854-C5D2-0EEA3ABA8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4C597-F0BB-42E5-BE24-97C79F72104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D05D8-6AAA-7241-43B6-F0FB61F0D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8EC7-A606-466A-FAE3-31C455E13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10FAE-5E6F-427A-AE28-81F4B6A93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7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605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NIRAV P SHETTY - 230905213 - MITMPL</dc:creator>
  <cp:lastModifiedBy>NIRAV P SHETTY - 230905213 - MITMPL</cp:lastModifiedBy>
  <cp:revision>1</cp:revision>
  <dcterms:created xsi:type="dcterms:W3CDTF">2026-04-07T16:33:43Z</dcterms:created>
  <dcterms:modified xsi:type="dcterms:W3CDTF">2026-04-07T16:33:43Z</dcterms:modified>
</cp:coreProperties>
</file>